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시장 규모</c:v>
                </c:pt>
              </c:strCache>
            </c:strRef>
          </c:tx>
          <c:spPr>
            <a:solidFill>
              <a:srgbClr val="007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2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A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2025E</c:v>
                  </c:pt>
                  <c:pt idx="4">
                    <c:v>2026E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28</c:v>
                </c:pt>
                <c:pt idx="2">
                  <c:v>67</c:v>
                </c:pt>
                <c:pt idx="3">
                  <c:v>140</c:v>
                </c:pt>
                <c:pt idx="4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E"/>
        </a:solidFill>
        <a:ln>
          <a:noFill/>
        </a:ln>
        <a:effectLst/>
      </c:spPr>
    </c:plotArea>
    <c:plotVisOnly val="1"/>
    <c:dispBlanksAs val="span"/>
  </c:chart>
  <c:spPr>
    <a:solidFill>
      <a:srgbClr val="0A0F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77240"/>
          </a:xfrm>
          <a:prstGeom prst="rect">
            <a:avLst/>
          </a:prstGeom>
          <a:solidFill>
            <a:srgbClr val="0D1628"/>
          </a:solidFill>
          <a:ln w="12700">
            <a:solidFill>
              <a:srgbClr val="0D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77240"/>
            <a:ext cx="8942832" cy="228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731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기술 트렌드 2025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TECHNOLOGY TRENDS  |  2025 GLOBAL OUTLOOK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896112"/>
            <a:ext cx="2606040" cy="8686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896112"/>
            <a:ext cx="54864" cy="8686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$1.3T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1335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시장 규모 전망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5544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$67B → 19x 성장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00400" y="896112"/>
            <a:ext cx="2606040" cy="8686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96112"/>
            <a:ext cx="54864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28416" y="1335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기업 AI 도입률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28416" y="15544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McKinsey 글로벌 서베이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053328" y="896112"/>
            <a:ext cx="2606040" cy="8686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896112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81344" y="1335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AI 일자리 창출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81344" y="15544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미래일자리 보고서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" y="1901952"/>
            <a:ext cx="4160520" cy="1252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099816"/>
            <a:ext cx="4160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593592" y="2011680"/>
            <a:ext cx="749808" cy="237744"/>
          </a:xfrm>
          <a:prstGeom prst="rect">
            <a:avLst/>
          </a:prstGeom>
          <a:solidFill>
            <a:srgbClr val="00C2A8"/>
          </a:solidFill>
          <a:ln/>
          <a:effectLst>
            <a:outerShdw sx="100000" sy="100000" kx="0" ky="0" algn="bl" rotWithShape="0" blurRad="254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93592" y="20116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4632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언어 모델 (LLM)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2633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GPT-4o·Claude 3.5·Gemini 1.5 — 추론·코딩·창작 능력 급성장. 멀티스텝 에이전트 기반으로 진화 중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82312" y="1901952"/>
            <a:ext cx="4160520" cy="1252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82312" y="3099816"/>
            <a:ext cx="41605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028432" y="2011680"/>
            <a:ext cx="749808" cy="23774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254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28432" y="20116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9472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AI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2633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텍스트·이미지·음성·영상을 하나의 모델로 통합 처리. Sora·Gemini·GPT-4V가 이끄는 시각지능 혁명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7472" y="3273552"/>
            <a:ext cx="4160520" cy="1252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4471416"/>
            <a:ext cx="416052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3593592" y="3383280"/>
            <a:ext cx="749808" cy="237744"/>
          </a:xfrm>
          <a:prstGeom prst="rect">
            <a:avLst/>
          </a:prstGeom>
          <a:solidFill>
            <a:srgbClr val="F43F5E"/>
          </a:solidFill>
          <a:ln/>
          <a:effectLst>
            <a:outerShdw sx="100000" sy="100000" kx="0" ky="0" algn="bl" rotWithShape="0" blurRad="25400" dist="127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593592" y="33832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463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" y="4005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조작·코드 실행·API 호출을 스스로 수행. AutoGPT·Devin·Claude Code 등 자율 작업 시스템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82312" y="3273552"/>
            <a:ext cx="4160520" cy="1252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82312" y="4471416"/>
            <a:ext cx="41605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028432" y="3383280"/>
            <a:ext cx="749808" cy="237744"/>
          </a:xfrm>
          <a:prstGeom prst="rect">
            <a:avLst/>
          </a:prstGeom>
          <a:solidFill>
            <a:srgbClr val="A78BFA"/>
          </a:solidFill>
          <a:ln/>
          <a:effectLst>
            <a:outerShdw sx="100000" sy="100000" kx="0" ky="0" algn="bl" rotWithShape="0" blurRad="25400" dist="127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028432" y="33832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1947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온디바이스 AI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9472" y="4005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스마트폰·PC에서 직접 모델 실행. Apple Intelligence·Gemini Nano 등 프라이버시·저지연 AI 가속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7472" y="4544568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시장 성장 전망 (단위: $B)</a:t>
            </a:r>
            <a:endParaRPr lang="en-US" sz="75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274320" y="4681728"/>
          <a:ext cx="8595360" cy="384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기술 트렌드 2025</dc:title>
  <dc:subject>PptxGenJS Presentation</dc:subject>
  <dc:creator>PptxGenJS</dc:creator>
  <cp:lastModifiedBy>PptxGenJS</cp:lastModifiedBy>
  <cp:revision>1</cp:revision>
  <dcterms:created xsi:type="dcterms:W3CDTF">2026-05-25T06:34:03Z</dcterms:created>
  <dcterms:modified xsi:type="dcterms:W3CDTF">2026-05-25T06:34:03Z</dcterms:modified>
</cp:coreProperties>
</file>